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6edf2dc8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6edf2dc8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46edf2dc8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46edf2dc8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6edf2dc8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46edf2dc8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6edf2dc8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6edf2dc8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6edf2dc8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6edf2dc8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6edf2dc8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6edf2dc8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6edf2dc8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6edf2dc8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6edf2dc8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6edf2dc8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6edf2dc8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46edf2dc8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6edf2dc8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6edf2dc8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6edf2dc8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6edf2dc8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6edf2dc8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6edf2dc8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6edf2dc8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46edf2dc8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6edf2dc8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46edf2dc8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6edf2dc8b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6edf2dc8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6edf2dc8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6edf2dc8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6edf2dc8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46edf2dc8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6edf2dc8b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46edf2dc8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6edf2dc8b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6edf2dc8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6edf2dc8b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6edf2dc8b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300" y="152400"/>
            <a:ext cx="857738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600" y="152400"/>
            <a:ext cx="787680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675" y="152400"/>
            <a:ext cx="857063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688" y="152400"/>
            <a:ext cx="859461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075" y="152400"/>
            <a:ext cx="858784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875" y="152400"/>
            <a:ext cx="856025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88" y="152400"/>
            <a:ext cx="861342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113" y="152400"/>
            <a:ext cx="848777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938" y="152400"/>
            <a:ext cx="859612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563" y="152400"/>
            <a:ext cx="860288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613" y="152400"/>
            <a:ext cx="856077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425" y="152400"/>
            <a:ext cx="855714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38" y="152400"/>
            <a:ext cx="861872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538" y="152400"/>
            <a:ext cx="857892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275" y="152400"/>
            <a:ext cx="856544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850" y="152400"/>
            <a:ext cx="745230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288" y="152400"/>
            <a:ext cx="830143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275" y="152400"/>
            <a:ext cx="856544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388" y="152400"/>
            <a:ext cx="750323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813" y="152400"/>
            <a:ext cx="854837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475" y="152400"/>
            <a:ext cx="822903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