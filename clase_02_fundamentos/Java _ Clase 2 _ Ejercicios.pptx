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6368" y="3316605"/>
            <a:ext cx="7977664" cy="993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spc="-18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⚙️</a:t>
            </a:r>
            <a:pPr algn="ctr" indent="0" marL="0">
              <a:lnSpc>
                <a:spcPts val="7700"/>
              </a:lnSpc>
              <a:buNone/>
            </a:pPr>
            <a:r>
              <a:rPr lang="en-US" sz="6150" b="1" spc="-18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Ejercicios prácticos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7707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33242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46165" y="1918692"/>
            <a:ext cx="8205073" cy="681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b="1" spc="-12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⚙️</a:t>
            </a:r>
            <a:pPr indent="0" marL="0">
              <a:lnSpc>
                <a:spcPts val="5200"/>
              </a:lnSpc>
              <a:buNone/>
            </a:pPr>
            <a:r>
              <a:rPr lang="en-US" sz="4150" b="1" spc="-12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Situación inicial en TalentoLab.</a:t>
            </a:r>
            <a:endParaRPr lang="en-US" sz="4150" dirty="0"/>
          </a:p>
        </p:txBody>
      </p:sp>
      <p:sp>
        <p:nvSpPr>
          <p:cNvPr id="4" name="Shape 2"/>
          <p:cNvSpPr/>
          <p:nvPr/>
        </p:nvSpPr>
        <p:spPr>
          <a:xfrm>
            <a:off x="746165" y="3026530"/>
            <a:ext cx="13138071" cy="34171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6165" y="3300412"/>
            <a:ext cx="13138071" cy="4348520"/>
          </a:xfrm>
          <a:prstGeom prst="roundRect">
            <a:avLst>
              <a:gd name="adj" fmla="val 2059"/>
            </a:avLst>
          </a:prstGeom>
          <a:solidFill>
            <a:srgbClr val="FCEC9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287" y="3624024"/>
            <a:ext cx="266462" cy="2131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8870" y="3566755"/>
            <a:ext cx="12232243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spc="-3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</a:t>
            </a:r>
            <a:pPr indent="0" marL="0">
              <a:lnSpc>
                <a:spcPts val="2650"/>
              </a:lnSpc>
              <a:buNone/>
            </a:pPr>
            <a:r>
              <a:rPr lang="en-US" sz="1650" b="1" spc="-3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TechLab</a:t>
            </a:r>
            <a:pPr indent="0" marL="0">
              <a:lnSpc>
                <a:spcPts val="2650"/>
              </a:lnSpc>
              <a:buNone/>
            </a:pPr>
            <a:r>
              <a:rPr lang="en-US" sz="1650" spc="-3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Silvia (Product Owner) ha recibido nuevas solicitudes del cliente “Sibelius”. El equipo de desarrollo (Matías y Sabrina) se enfrenta a varios pequeños problemas cotidianos del proyecto de e-commerce. Cada uno de estos problemas se resolverá aplicando un concepto de programación. Los problemas que enfrentaremos en TalentoLab esta semana son los siguientes: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438870" y="5123021"/>
            <a:ext cx="1223224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Font typeface="+mj-lt"/>
              <a:buAutoNum type="arabicPeriod" startAt="1"/>
            </a:pPr>
            <a:r>
              <a:rPr lang="en-US" sz="1650" spc="-3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Necesitamos llevar un registro del stock de productos.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438870" y="5538668"/>
            <a:ext cx="1223224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Font typeface="+mj-lt"/>
              <a:buAutoNum type="arabicPeriod" startAt="2"/>
            </a:pPr>
            <a:r>
              <a:rPr lang="en-US" sz="1650" spc="-3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cliente quiere saber el costo total de un pedido sumando el precio unitario por la cantidad de productos.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438870" y="5954316"/>
            <a:ext cx="1223224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Font typeface="+mj-lt"/>
              <a:buAutoNum type="arabicPeriod" startAt="3"/>
            </a:pPr>
            <a:r>
              <a:rPr lang="en-US" sz="1650" spc="-3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Requerimos solicitar datos al cliente para personalizar la experiencia.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438870" y="6369963"/>
            <a:ext cx="1223224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Font typeface="+mj-lt"/>
              <a:buAutoNum type="arabicPeriod" startAt="4"/>
            </a:pPr>
            <a:r>
              <a:rPr lang="en-US" sz="1650" spc="-3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Debemos verificar si tenemos suficiente stock para cubrir una demanda específica.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438870" y="6785610"/>
            <a:ext cx="12232243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Font typeface="+mj-lt"/>
              <a:buAutoNum type="arabicPeriod" startAt="5"/>
            </a:pPr>
            <a:r>
              <a:rPr lang="en-US" sz="1650" spc="-3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Hay que procesar una lista de productos pendientes de revisión. Primero intentaremos una solución con while y luego notaremos que for podría ser más elegante.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603302"/>
            <a:ext cx="5670590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⚙️</a:t>
            </a:r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272525"/>
                </a:solidFill>
                <a:highlight>
                  <a:srgbClr val="FFFFFF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Ejercicio Práctico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688232"/>
            <a:ext cx="9643705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98518" y="2996446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spc="-36" kern="0" dirty="0">
                <a:solidFill>
                  <a:srgbClr val="272525"/>
                </a:solidFill>
                <a:highlight>
                  <a:srgbClr val="FCEC99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Optativo | No entregable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344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cumplir con necesidades el equipo de desarrollo (Matías, Sabrina) y vos deberán: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79325"/>
            <a:ext cx="31343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highlight>
                  <a:srgbClr val="FCEC99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Variables y Operadores: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66046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Creá variables para representar el precio de un producto y la cantidad deseada por el cliente. Calculá y mostrale en pantalla el costo total.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8284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Modificá el precio o la cantidad y verificá el resultado.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079325"/>
            <a:ext cx="33808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highlight>
                  <a:srgbClr val="FCEC99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 y Salida de Datos: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9521" y="566046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Pedile al usuario que ingrese su nombre y la cantidad de productos que quiere comprar.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646557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Mostrá un mensaje personalizado con el monto total (asignando un precio fijo por unidad).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744986"/>
            <a:ext cx="5670590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⚙️</a:t>
            </a:r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272525"/>
                </a:solidFill>
                <a:highlight>
                  <a:srgbClr val="FFFFFF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Ejercicio Práctico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10998518" y="2921675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spc="-36" kern="0" dirty="0">
                <a:solidFill>
                  <a:srgbClr val="272525"/>
                </a:solidFill>
                <a:highlight>
                  <a:srgbClr val="FCEC99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Optativo | No entregable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05673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5746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highlight>
                  <a:srgbClr val="FCEC99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Condicionales: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15576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Suponé que si el cliente quiere más de 100 unidades, le ofrecemos un descuento.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96086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Implementá un if que verifique si cantidad &gt; 100. Si es así, mostrá un mensaje indicando que aplica un descuento especial.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5746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highlight>
                  <a:srgbClr val="FCEC99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Bucles: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515576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Pedile al usuario que ingrese un número, y luego usá un bucle for para imprimir desde 1 hasta ese número.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608564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Repetí lo mismo con un while y compará cuál te resulta más intuitivo.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2025-02-10T16:25:23Z</dcterms:created>
  <dcterms:modified xsi:type="dcterms:W3CDTF">2025-02-10T16:25:23Z</dcterms:modified>
</cp:coreProperties>
</file>