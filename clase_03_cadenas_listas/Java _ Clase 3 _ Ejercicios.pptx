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6368" y="3316605"/>
            <a:ext cx="7977664" cy="99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spc="-18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algn="ctr" indent="0" marL="0">
              <a:lnSpc>
                <a:spcPts val="7700"/>
              </a:lnSpc>
              <a:buNone/>
            </a:pPr>
            <a:r>
              <a:rPr lang="en-US" sz="6150" b="1" spc="-18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Ejercicios prácticos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7707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281232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17471" y="2168962"/>
            <a:ext cx="7301627" cy="65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spc="-1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indent="0" marL="0">
              <a:lnSpc>
                <a:spcPts val="5000"/>
              </a:lnSpc>
              <a:buNone/>
            </a:pPr>
            <a:r>
              <a:rPr lang="en-US" sz="4000" b="1" spc="-1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Situación inicial en TechLab.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7471" y="3234624"/>
            <a:ext cx="13195459" cy="33218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471" y="4649272"/>
            <a:ext cx="1594366" cy="15415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53239" y="3729038"/>
            <a:ext cx="10867192" cy="3382089"/>
          </a:xfrm>
          <a:prstGeom prst="roundRect">
            <a:avLst>
              <a:gd name="adj" fmla="val 2546"/>
            </a:avLst>
          </a:prstGeom>
          <a:solidFill>
            <a:srgbClr val="FCEC9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45" y="4042053"/>
            <a:ext cx="256223" cy="2049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19274" y="3985141"/>
            <a:ext cx="999624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spc="-3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Silvia, la Product Owner, tiene en el </a:t>
            </a:r>
            <a:pPr indent="0" marL="0">
              <a:lnSpc>
                <a:spcPts val="2550"/>
              </a:lnSpc>
              <a:buNone/>
            </a:pPr>
            <a:r>
              <a:rPr lang="en-US" sz="1600" b="1" spc="-3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backlog</a:t>
            </a:r>
            <a:pPr indent="0" marL="0">
              <a:lnSpc>
                <a:spcPts val="2550"/>
              </a:lnSpc>
              <a:buNone/>
            </a:pPr>
            <a:r>
              <a:rPr lang="en-US" sz="1600" spc="-3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una serie de pedidos del cliente: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719274" y="4497586"/>
            <a:ext cx="9996249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spc="-3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nombres de algunos productos vienen con espacios extra o en mayúsculas y minúsculas inconsistentes. Es necesario limpiar y formatear esos nombres antes de mostrarlos al cliente.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719274" y="5225296"/>
            <a:ext cx="9996249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spc="-3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catálogo de productos empieza a crecer, y almacenar los nombres en variables sueltas ya no es práctico. Necesitan una estructura que permita agruparlos. Primero probarán con arrays, pero pronto notarán las limitaciones.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719274" y="6281023"/>
            <a:ext cx="9996249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spc="-3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Finalmente, para agregar y quitar productos fácilmente del catálogo, un ArrayList será la solución. Además, Sabrina y Matías quieren filtrar, buscar y modificar productos de forma dinámica.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603302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272525"/>
                </a:solidFill>
                <a:highlight>
                  <a:srgbClr val="FFFFFF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688232"/>
            <a:ext cx="9371767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726579" y="2996446"/>
            <a:ext cx="31175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highlight>
                  <a:srgbClr val="FCEC9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Optativo | No entregable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344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poder llegar con los tiempos de entrega dispuestos por Silvia, será necesario realizar las siguientes acciones: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79325"/>
            <a:ext cx="34651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Manipulación de Cadenas: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66046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Dada una cadena " té CHAi ", formateala para que quede "Té Chai".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46557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Mostrá su longitud, su primera letra y verificá si contiene la palabra "Chai".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79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Arrays: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56604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Creá un array de 5 productos.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10266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Imprimí sus elementos y luego intentá agregar un sexto producto (analizá el resultado).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912269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272525"/>
                </a:solidFill>
                <a:highlight>
                  <a:srgbClr val="FFFFFF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997199"/>
            <a:ext cx="9371767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726579" y="3305413"/>
            <a:ext cx="31175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highlight>
                  <a:srgbClr val="FCEC9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Optativo | No entregable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702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ArrayList: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3513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Creá un ArrayList&lt;String&gt; para productos.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9358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Agregá varios productos, eliminá uno, verificá si otro existe y luego imprimí la lista final.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70239"/>
            <a:ext cx="36445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highlight>
                  <a:srgbClr val="FCEC99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Combinar Cadenas y Listas: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53513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Tené una lista de productos con nombres desprolijos.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79358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Creá un método que recorra la lista y aplique el formateo a cada nombre, volviendo a imprimir la lista con nombres prolijos.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2025-02-10T16:25:58Z</dcterms:created>
  <dcterms:modified xsi:type="dcterms:W3CDTF">2025-02-10T16:25:58Z</dcterms:modified>
</cp:coreProperties>
</file>