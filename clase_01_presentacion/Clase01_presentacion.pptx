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6edf2dc8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6edf2dc8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46edf2dc8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46edf2dc8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6edf2dc8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6edf2dc8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6edf2dc8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6edf2dc8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6edf2dc8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6edf2dc8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6edf2dc8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6edf2dc8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6edf2dc8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6edf2dc8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6edf2dc8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6edf2dc8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6edf2dc8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46edf2dc8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6edf2dc8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6edf2dc8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6edf2dc8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6edf2dc8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6edf2dc8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6edf2dc8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6edf2dc8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6edf2dc8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6edf2dc8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46edf2dc8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6edf2dc8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6edf2dc8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6edf2dc8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6edf2dc8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6edf2dc8b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46edf2dc8b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6edf2dc8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6edf2dc8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6edf2dc8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6edf2dc8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6edf2dc8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6edf2dc8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6edf2dc8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46edf2dc8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6edf2dc8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6edf2dc8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6edf2dc8b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46edf2dc8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6edf2dc8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46edf2dc8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6edf2dc8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6edf2dc8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46edf2dc8b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46edf2dc8b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6edf2dc8b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6edf2dc8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6edf2dc8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46edf2dc8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6edf2dc8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46edf2dc8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46edf2dc8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46edf2dc8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46edf2dc8b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46edf2dc8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6edf2dc8b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46edf2dc8b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6edf2dc8b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46edf2dc8b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46edf2dc8b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46edf2dc8b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738" y="152400"/>
            <a:ext cx="853651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175" y="152400"/>
            <a:ext cx="858566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388" y="152400"/>
            <a:ext cx="854322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500" y="152400"/>
            <a:ext cx="856698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013" y="152400"/>
            <a:ext cx="795197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688" y="152400"/>
            <a:ext cx="859461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650" y="152400"/>
            <a:ext cx="855870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238" y="152400"/>
            <a:ext cx="855352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275" y="152400"/>
            <a:ext cx="856544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38" y="152400"/>
            <a:ext cx="747852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275" y="152400"/>
            <a:ext cx="856544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675" y="152400"/>
            <a:ext cx="857063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500" y="152400"/>
            <a:ext cx="856698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275" y="152400"/>
            <a:ext cx="856544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275" y="152400"/>
            <a:ext cx="856544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050" y="152400"/>
            <a:ext cx="856389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450" y="152400"/>
            <a:ext cx="856909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788" y="152400"/>
            <a:ext cx="789242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088" y="152400"/>
            <a:ext cx="77358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950" y="152400"/>
            <a:ext cx="786211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500" y="152400"/>
            <a:ext cx="798699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238" y="152400"/>
            <a:ext cx="855352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100" y="152400"/>
            <a:ext cx="852980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913" y="152400"/>
            <a:ext cx="817817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738" y="152400"/>
            <a:ext cx="778852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313" y="152400"/>
            <a:ext cx="858937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0525" y="152400"/>
            <a:ext cx="706293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913" y="152400"/>
            <a:ext cx="857218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275" y="152400"/>
            <a:ext cx="856544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700" y="152400"/>
            <a:ext cx="858261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075" y="152400"/>
            <a:ext cx="858784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700" y="152400"/>
            <a:ext cx="858261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700" y="152400"/>
            <a:ext cx="858261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350" y="152400"/>
            <a:ext cx="772729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588" y="152400"/>
            <a:ext cx="719281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